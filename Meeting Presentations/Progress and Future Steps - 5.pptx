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67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F576-8DE7-40CD-8EEF-0E6B3067DD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68A374-5C61-485F-A759-79B91E6CA1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825C1-0367-4E7F-89EB-2B9E3178A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BD82D-D61F-49BC-8424-1D3131171FD8}" type="datetimeFigureOut">
              <a:rPr lang="en-US" smtClean="0"/>
              <a:t>9/1/2017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0EF2C-3500-4BD7-8ED5-753960FDF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7715F-7897-441F-A663-F9E59FB3E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722A-8889-4D04-99C2-DF7B83CFD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30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81480-8343-4EBC-9A7E-4FA6918A6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78667-25B4-406C-BD11-FF7CA649A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1BD13-31CC-4681-9EAF-A4E0B2F3A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BD82D-D61F-49BC-8424-1D3131171FD8}" type="datetimeFigureOut">
              <a:rPr lang="en-US" smtClean="0"/>
              <a:t>9/1/2017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83C2D-F958-42A7-BA91-7A4C66468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E1A1E-2457-4374-9B0B-93918CECB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722A-8889-4D04-99C2-DF7B83CFD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43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987B0-97A3-4FBF-9401-BBBD489A4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7E706B-E1AE-4E94-9648-E17853994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CE99E-F4BD-454E-95E6-5620CA9E6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BD82D-D61F-49BC-8424-1D3131171FD8}" type="datetimeFigureOut">
              <a:rPr lang="en-US" smtClean="0"/>
              <a:t>9/1/2017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93D84-99E0-4E8F-9BB2-6B4F001F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9DB7A-A8A1-40FE-B459-4A7DB48BB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722A-8889-4D04-99C2-DF7B83CFD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163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DD434-E112-42E3-8294-DA7715D06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C9779-4DBE-42A9-AAE4-AA8D17F6B8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5B6D15-86BC-4B44-A89C-451AAA4CD5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809FC6-366C-4EE3-BECF-6A15700CE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BD82D-D61F-49BC-8424-1D3131171FD8}" type="datetimeFigureOut">
              <a:rPr lang="en-US" smtClean="0"/>
              <a:t>9/1/2017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98387E-21FA-441D-AE47-53B1F78F6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CC16C-BE4D-46CD-A1B6-50C05FBC2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722A-8889-4D04-99C2-DF7B83CFD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208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16467-F9A4-4412-8A54-64FE00CE3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D061D5-C4A6-4382-95C5-2C3D67908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A72FF5-5897-4181-A784-E044E7307C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65C3B1-9258-4BCF-B8FD-F873003822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46E0AF-DFB6-44FF-8B42-28DB1A6306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6972DE-5F6B-4D64-9273-D01B1E32A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BD82D-D61F-49BC-8424-1D3131171FD8}" type="datetimeFigureOut">
              <a:rPr lang="en-US" smtClean="0"/>
              <a:t>9/1/2017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E11221-5FC4-48C3-8EC2-F422D30C6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9AC944-D71E-476B-8140-E63330ACB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722A-8889-4D04-99C2-DF7B83CFD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70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DA9A4-36C3-4ACD-9DB6-E177A65F2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A7FE63-25A8-4D1C-948F-CFC5D0DD1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BD82D-D61F-49BC-8424-1D3131171FD8}" type="datetimeFigureOut">
              <a:rPr lang="en-US" smtClean="0"/>
              <a:t>9/1/2017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364EC-6D71-47AF-90B1-02176D6D3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0FF82E-A3CF-4484-991A-0F52DE9D7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722A-8889-4D04-99C2-DF7B83CFD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911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D0280A-2BAE-4492-AD3A-56222ABC0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BD82D-D61F-49BC-8424-1D3131171FD8}" type="datetimeFigureOut">
              <a:rPr lang="en-US" smtClean="0"/>
              <a:t>9/1/2017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A91F99-4AA1-4E17-BB9A-5C667F962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5BB45-91E2-443D-A3AC-FC1F249C7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722A-8889-4D04-99C2-DF7B83CFD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204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602EF-0BE9-46CA-803E-610890F6D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8EE4D-D893-443F-BA77-AE63387DA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2182E1-8266-4169-B251-7C67B038E7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D76BD-1B5E-4801-A321-9D1914726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BD82D-D61F-49BC-8424-1D3131171FD8}" type="datetimeFigureOut">
              <a:rPr lang="en-US" smtClean="0"/>
              <a:t>9/1/2017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6552F-47B9-4B32-A54E-7697C6C06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6C58F-0B4B-4BBB-A382-486F43CBD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722A-8889-4D04-99C2-DF7B83CFD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630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1209B-F607-4962-A48E-353F6270B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E2393B-D20D-45C6-9132-A9DD8110DD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33C8AE-8089-4DA0-8421-6F248FDE95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C309BA-B3B3-4733-98DF-B9265F633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BD82D-D61F-49BC-8424-1D3131171FD8}" type="datetimeFigureOut">
              <a:rPr lang="en-US" smtClean="0"/>
              <a:t>9/1/2017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98B659-992A-48DF-8797-A47BE4AC2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861969-8B1F-4128-9813-17DE38E58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722A-8889-4D04-99C2-DF7B83CFD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83EDE-D5FB-457D-B5E1-44B9D4B86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72210B-30FC-460D-8AE3-3E52F83A2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D3757-9F51-4921-BCA6-54CA9F074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BD82D-D61F-49BC-8424-1D3131171FD8}" type="datetimeFigureOut">
              <a:rPr lang="en-US" smtClean="0"/>
              <a:t>9/1/2017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7B706-B0C5-409E-B266-DBFFB70DE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4250B-FD38-4F7D-A3BC-47C3FDAD6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722A-8889-4D04-99C2-DF7B83CFD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419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65890C-5D22-4276-BAE7-7E7BFF3368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4A37C5-1940-492D-AE9D-C22054190B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C3FDD-E069-409C-AD22-8856C1610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BD82D-D61F-49BC-8424-1D3131171FD8}" type="datetimeFigureOut">
              <a:rPr lang="en-US" smtClean="0"/>
              <a:t>9/1/2017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2313D-D745-45ED-BA3E-61136CC04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B58BB-4B73-477A-851F-10C84852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722A-8889-4D04-99C2-DF7B83CFD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051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1CA67B-2BDD-48BD-897B-86FA9D407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BB53B-34C5-4DAF-B617-0434EFBEA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84BC1-2340-49AC-9A1E-FC5ABF86A8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BD82D-D61F-49BC-8424-1D3131171FD8}" type="datetimeFigureOut">
              <a:rPr lang="en-US" smtClean="0"/>
              <a:t>9/1/2017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372DA-1579-43D6-96DD-87C01B4936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9D2DB-EECB-432F-9CDB-2B68A5A518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C722A-8889-4D04-99C2-DF7B83CFD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150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FDC10-8B3E-4BFD-A9C8-AD1E295903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Thread Factory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1F4738-70CE-4029-84E3-0DF86BA90B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Almost there</a:t>
            </a:r>
          </a:p>
        </p:txBody>
      </p:sp>
    </p:spTree>
    <p:extLst>
      <p:ext uri="{BB962C8B-B14F-4D97-AF65-F5344CB8AC3E}">
        <p14:creationId xmlns:p14="http://schemas.microsoft.com/office/powerpoint/2010/main" val="469781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77BC-9AA8-4A13-B17F-2A2C0C81F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Heating works! (rudimentarily)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54C09D-8DFC-4D9C-A376-F7FCC1505E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50923" y="735013"/>
            <a:ext cx="5041901" cy="6191251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B41BC6-1967-4DB7-9E98-480811B801C7}"/>
              </a:ext>
            </a:extLst>
          </p:cNvPr>
          <p:cNvSpPr txBox="1"/>
          <p:nvPr/>
        </p:nvSpPr>
        <p:spPr>
          <a:xfrm>
            <a:off x="2041864" y="5859261"/>
            <a:ext cx="1020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relay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11A9B8-3EF1-40DC-9AC8-27CD20E3D316}"/>
              </a:ext>
            </a:extLst>
          </p:cNvPr>
          <p:cNvSpPr txBox="1"/>
          <p:nvPr/>
        </p:nvSpPr>
        <p:spPr>
          <a:xfrm>
            <a:off x="2894120" y="4545367"/>
            <a:ext cx="1589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Power supply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A4376A-5FD4-4118-BEFF-25FC09F0ED90}"/>
              </a:ext>
            </a:extLst>
          </p:cNvPr>
          <p:cNvSpPr txBox="1"/>
          <p:nvPr/>
        </p:nvSpPr>
        <p:spPr>
          <a:xfrm>
            <a:off x="6862439" y="2721236"/>
            <a:ext cx="50869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Heavy duty wires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PID Arduino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Cut and form enclosure (Tuesday)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Install nichrome inside enclosure</a:t>
            </a:r>
          </a:p>
        </p:txBody>
      </p:sp>
    </p:spTree>
    <p:extLst>
      <p:ext uri="{BB962C8B-B14F-4D97-AF65-F5344CB8AC3E}">
        <p14:creationId xmlns:p14="http://schemas.microsoft.com/office/powerpoint/2010/main" val="4129111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65E84-C30F-4697-B268-369B5D3AD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" y="221165"/>
            <a:ext cx="10515600" cy="844550"/>
          </a:xfrm>
        </p:spPr>
        <p:txBody>
          <a:bodyPr/>
          <a:lstStyle/>
          <a:p>
            <a:r>
              <a:rPr lang="en-US" dirty="0"/>
              <a:t>Ink Cartridge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378D75-AD5D-48A3-AE54-C2EB115A7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522" y="1065715"/>
            <a:ext cx="8544978" cy="5792285"/>
          </a:xfrm>
          <a:prstGeom prst="rect">
            <a:avLst/>
          </a:prstGeom>
        </p:spPr>
      </p:pic>
      <p:pic>
        <p:nvPicPr>
          <p:cNvPr id="4" name="Content Placeholder 3" descr="A picture containing indoor, wall, object&#10;&#10;Description generated with high confidence">
            <a:extLst>
              <a:ext uri="{FF2B5EF4-FFF2-40B4-BE49-F238E27FC236}">
                <a16:creationId xmlns:a16="http://schemas.microsoft.com/office/drawing/2014/main" id="{08E670B5-A3FD-4E68-8068-DF0964CA02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120542" y="3795360"/>
            <a:ext cx="3076573" cy="2648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814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32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Thread Factory</vt:lpstr>
      <vt:lpstr>Heating works! (rudimentarily) </vt:lpstr>
      <vt:lpstr>Ink Cartridge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Thread Factory</dc:title>
  <dc:creator>Dinh, Victor</dc:creator>
  <cp:lastModifiedBy>Dinh, Victor</cp:lastModifiedBy>
  <cp:revision>7</cp:revision>
  <dcterms:created xsi:type="dcterms:W3CDTF">2017-09-01T04:12:13Z</dcterms:created>
  <dcterms:modified xsi:type="dcterms:W3CDTF">2017-09-01T05:06:10Z</dcterms:modified>
</cp:coreProperties>
</file>