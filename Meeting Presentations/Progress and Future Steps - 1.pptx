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00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02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4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33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8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0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7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5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4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9FC41-A7AD-4AE2-B451-4B1125522932}" type="datetimeFigureOut">
              <a:rPr lang="en-US" smtClean="0"/>
              <a:t>6/23/2017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F07D5-8542-40E7-A930-A5E12E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Smart Thread Machine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Victor Dinh</a:t>
            </a:r>
          </a:p>
        </p:txBody>
      </p:sp>
    </p:spTree>
    <p:extLst>
      <p:ext uri="{BB962C8B-B14F-4D97-AF65-F5344CB8AC3E}">
        <p14:creationId xmlns:p14="http://schemas.microsoft.com/office/powerpoint/2010/main" val="361459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3669" y="1542925"/>
            <a:ext cx="8321761" cy="362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067675" y="5638800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 creds: </a:t>
            </a:r>
            <a:r>
              <a:rPr lang="en-US" dirty="0" err="1"/>
              <a:t>Hojat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47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Far…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1013" y="1825625"/>
            <a:ext cx="5989974" cy="43513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977" y="529297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Spool 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9055" y="4001294"/>
            <a:ext cx="1714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Ink cartridge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9532" y="3261946"/>
            <a:ext cx="145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Homogenizer</a:t>
            </a:r>
          </a:p>
        </p:txBody>
      </p:sp>
    </p:spTree>
    <p:extLst>
      <p:ext uri="{BB962C8B-B14F-4D97-AF65-F5344CB8AC3E}">
        <p14:creationId xmlns:p14="http://schemas.microsoft.com/office/powerpoint/2010/main" val="290248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to build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drying mechanism</a:t>
            </a:r>
          </a:p>
          <a:p>
            <a:r>
              <a:rPr lang="en-US" dirty="0"/>
              <a:t>Build a winch to pull the thread through the machine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92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parts</a:t>
            </a:r>
          </a:p>
          <a:p>
            <a:r>
              <a:rPr lang="en-US" dirty="0"/>
              <a:t>Learn how to program Arduino and/or Raspberry Pi</a:t>
            </a:r>
          </a:p>
          <a:p>
            <a:r>
              <a:rPr lang="en-US" dirty="0"/>
              <a:t>Interface sensors with the microcontrollers</a:t>
            </a:r>
          </a:p>
          <a:p>
            <a:r>
              <a:rPr lang="en-US" dirty="0"/>
              <a:t>Assemble all parts</a:t>
            </a:r>
          </a:p>
          <a:p>
            <a:r>
              <a:rPr lang="en-US" dirty="0"/>
              <a:t>Test and improve machine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61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Smart Thread Machine</vt:lpstr>
      <vt:lpstr>The Idea</vt:lpstr>
      <vt:lpstr>So Far…</vt:lpstr>
      <vt:lpstr>Components to build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Thread Machine</dc:title>
  <dc:creator>Victor Dinh</dc:creator>
  <cp:lastModifiedBy>Victor Dinh</cp:lastModifiedBy>
  <cp:revision>8</cp:revision>
  <dcterms:created xsi:type="dcterms:W3CDTF">2017-06-16T16:10:10Z</dcterms:created>
  <dcterms:modified xsi:type="dcterms:W3CDTF">2017-06-23T16:10:00Z</dcterms:modified>
</cp:coreProperties>
</file>