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3C29B-6A0B-43B9-83D1-C5883BF08D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F9ADBF-D113-48CE-85F0-A0F7981E89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61FA3-4415-493A-A0DD-C4842EADD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5E874-D490-4237-B7DA-F9CD3D99DBA2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4DD24-3E21-4329-B790-645FE2239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8ADCF-8D98-46E0-8C18-06609B959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BE15-FDC0-4211-AD76-60F2DB1AC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728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9ED03-BC58-4DA0-9506-3E500BE75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82B85-1DA8-4FBD-80B3-9873E7C2D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D494C-95C2-46AB-ADDA-C0DD3C2B4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5E874-D490-4237-B7DA-F9CD3D99DBA2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AB0BF-32B4-49D8-A97B-D05107AEA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8BBEC-F2F6-4F77-8BF6-5C0544072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BE15-FDC0-4211-AD76-60F2DB1AC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915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8A9B8-700A-4225-9DBE-02D5F85EE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4DD57-1EBB-41BC-BF4A-6159B98CA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309CE-C35D-4F65-84EA-EDDC385BC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5E874-D490-4237-B7DA-F9CD3D99DBA2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20C1B-04C9-4502-895A-4C51E1138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2DCA4-DD65-43BA-A27B-1071F883C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BE15-FDC0-4211-AD76-60F2DB1AC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246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E4EEA-8DF9-4DC4-BE85-6F5969DFF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9646B-FB68-45D7-9446-47882FE84B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EB02C-9CAC-417F-A9D6-2D0E33B12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53FB3-EFA9-40B2-90F3-DD6CDD165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5E874-D490-4237-B7DA-F9CD3D99DBA2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97DA4-8B66-4B56-B277-810DA3BA9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61ADE-87C6-46B3-8BE1-908AFCA90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BE15-FDC0-4211-AD76-60F2DB1AC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84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BF3BE-38FE-4687-8DAA-DEC37D60D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F3B8D-3D60-4F93-8F83-DBC831C1E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C0E7C7-7D84-407A-A27B-8C0EF7639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799293-BFF3-454A-BA04-D8EED91BA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391C5-9471-42FC-9FEB-19FA762BF5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28FA3F-8B11-4B22-BC60-12BBD6AC6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5E874-D490-4237-B7DA-F9CD3D99DBA2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822108-F02A-4585-886B-CEE27D2A9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B5D0E6-9F9D-4425-9FEA-6A3BFD676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BE15-FDC0-4211-AD76-60F2DB1AC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53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0DC60-0B62-4971-98EA-673D974AC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74DA60-A2C3-48FD-9D52-7AA215A48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5E874-D490-4237-B7DA-F9CD3D99DBA2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3F3CF5-5350-416E-811D-2F5D25393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629FC1-7B46-451C-BFD2-A029D1DDD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BE15-FDC0-4211-AD76-60F2DB1AC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611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04357F-5087-4874-9413-4C7C93AA0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5E874-D490-4237-B7DA-F9CD3D99DBA2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CDA1F4-381E-4F6D-8718-D7A00307C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21CCB-07B8-49F2-A1BB-7D012B442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BE15-FDC0-4211-AD76-60F2DB1AC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90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1F790-6E39-4A9B-8DE7-658433D80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770B7-24E8-4B6F-9882-DF20E25BD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9EC02A-39A3-4CBE-9228-F501458C4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A77C8E-3C07-44B2-9529-A7BE4DAB6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5E874-D490-4237-B7DA-F9CD3D99DBA2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4F51BB-9AAF-41F6-8386-9B0338BF3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6F97A4-0ECE-4B13-9DB4-095D107F3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BE15-FDC0-4211-AD76-60F2DB1AC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40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66E65-7D0E-461B-9B79-AFBFAC425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E116E7-4328-408C-ACB0-0E6D8FC82B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E299FA-7AF8-47D3-BC11-394654D0D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17877-7632-4BF5-90C1-D90BBB9C8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5E874-D490-4237-B7DA-F9CD3D99DBA2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0DB64-DA62-46CE-B5F3-A1F54BE84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44C1A-2D16-4B5D-8F00-C91FB8EE0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BE15-FDC0-4211-AD76-60F2DB1AC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416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93219-3BA1-4A37-ACDD-BE39D04AD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7D7DA5-9766-403D-B037-8F5699FCF8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17A53-52D3-4245-AED3-9ACFE7C1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5E874-D490-4237-B7DA-F9CD3D99DBA2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38B25-A605-466B-8E44-3A434A348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D6ED4-D09D-46AC-990C-4B19EAE0C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BE15-FDC0-4211-AD76-60F2DB1AC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495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261166-2E60-4E0F-8C69-DA780C4454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CC1764-BFCC-400C-AD99-E8DFF1ADD1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E8FD6-1768-4C41-BE2D-C21E93C77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5E874-D490-4237-B7DA-F9CD3D99DBA2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D4A83-E7B2-4089-974B-8E81E3CF0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E6075-D893-437E-BCD9-E751FD72B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BE15-FDC0-4211-AD76-60F2DB1AC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883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2944C6-B396-428C-A79B-2E1288D8A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938BF-8314-4AEA-9589-0899C5E44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99DC4-6DEB-4FAD-9523-AA8A9AA517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05E874-D490-4237-B7DA-F9CD3D99DBA2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51472-B375-48A9-AEE5-5307398DA4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4C8B4-D9B3-4A92-8601-8D5F7A9CB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56BE15-FDC0-4211-AD76-60F2DB1AC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29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864AE-FC7C-43A0-A308-22A69ECF8A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Thread Factory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93378A-5EA0-446B-9440-4BC6245ADC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Victor</a:t>
            </a:r>
          </a:p>
        </p:txBody>
      </p:sp>
    </p:spTree>
    <p:extLst>
      <p:ext uri="{BB962C8B-B14F-4D97-AF65-F5344CB8AC3E}">
        <p14:creationId xmlns:p14="http://schemas.microsoft.com/office/powerpoint/2010/main" val="418493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Content Placeholder 20">
            <a:extLst>
              <a:ext uri="{FF2B5EF4-FFF2-40B4-BE49-F238E27FC236}">
                <a16:creationId xmlns:a16="http://schemas.microsoft.com/office/drawing/2014/main" id="{570EF815-AC02-4AEA-A40F-45DD2A67F2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0" r="12460"/>
          <a:stretch/>
        </p:blipFill>
        <p:spPr>
          <a:xfrm>
            <a:off x="4639056" y="10"/>
            <a:ext cx="7552944" cy="6857990"/>
          </a:xfrm>
          <a:prstGeom prst="rect">
            <a:avLst/>
          </a:prstGeom>
          <a:effectLst/>
        </p:spPr>
      </p:pic>
      <p:sp>
        <p:nvSpPr>
          <p:cNvPr id="26" name="Content Placeholder 25"/>
          <p:cNvSpPr>
            <a:spLocks noGrp="1"/>
          </p:cNvSpPr>
          <p:nvPr>
            <p:ph idx="1"/>
          </p:nvPr>
        </p:nvSpPr>
        <p:spPr>
          <a:xfrm>
            <a:off x="648931" y="622570"/>
            <a:ext cx="3651466" cy="5601249"/>
          </a:xfrm>
        </p:spPr>
        <p:txBody>
          <a:bodyPr>
            <a:normAutofit/>
          </a:bodyPr>
          <a:lstStyle/>
          <a:p>
            <a:r>
              <a:rPr lang="en-US" sz="1800" dirty="0"/>
              <a:t>Added nichrome wires to the bottom</a:t>
            </a:r>
          </a:p>
          <a:p>
            <a:r>
              <a:rPr lang="en-US" sz="1800" dirty="0"/>
              <a:t>Total resistance is 6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Ω. With a 24V power supply, amperage is 4A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Ran the current for 10 minutes, barely heated up (wires didn’t even turn red)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When running 24 volts across half of the wire (3</a:t>
            </a:r>
            <a:r>
              <a:rPr lang="el-GR" sz="1800" dirty="0">
                <a:latin typeface="Calibri" panose="020F0502020204030204" pitchFamily="34" charset="0"/>
                <a:cs typeface="Calibri" panose="020F0502020204030204" pitchFamily="34" charset="0"/>
              </a:rPr>
              <a:t>Ω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with 8A), takes about 1 minute for the wires to turn red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8A seems to be a good current to run through the wire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May consider buying a higher voltage power supply to provide 8A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Currently working on PID controller code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21141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95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Thread Factory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 Factory</dc:title>
  <dc:creator>Dinh, Victor</dc:creator>
  <cp:lastModifiedBy>Dinh, Victor</cp:lastModifiedBy>
  <cp:revision>5</cp:revision>
  <dcterms:created xsi:type="dcterms:W3CDTF">2017-11-17T02:52:11Z</dcterms:created>
  <dcterms:modified xsi:type="dcterms:W3CDTF">2017-11-17T03:27:52Z</dcterms:modified>
</cp:coreProperties>
</file>